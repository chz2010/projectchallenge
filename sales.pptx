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250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609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2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484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747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9868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791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859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304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420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788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3F04C3-4056-4B20-B28B-F933BCA71391}" type="datetimeFigureOut">
              <a:rPr lang="pt-PT" smtClean="0"/>
              <a:t>10/04/2026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1AFEFE-F6F2-4CF7-A053-E8DA6E788B27}" type="slidenum">
              <a:rPr lang="pt-PT" smtClean="0"/>
              <a:t>‹nº›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5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A67DB-510E-693F-2F3E-908CD4B45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2277035"/>
            <a:ext cx="6110344" cy="1429512"/>
          </a:xfrm>
        </p:spPr>
        <p:txBody>
          <a:bodyPr>
            <a:normAutofit fontScale="90000"/>
          </a:bodyPr>
          <a:lstStyle/>
          <a:p>
            <a:r>
              <a:rPr lang="pt-PT" dirty="0"/>
              <a:t>Sales prediction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5D0E7F-580F-0DE0-3048-15647FA9AA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PT" dirty="0"/>
              <a:t>G2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Harn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João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dirty="0"/>
              <a:t>Pavithra</a:t>
            </a:r>
          </a:p>
        </p:txBody>
      </p:sp>
    </p:spTree>
    <p:extLst>
      <p:ext uri="{BB962C8B-B14F-4D97-AF65-F5344CB8AC3E}">
        <p14:creationId xmlns:p14="http://schemas.microsoft.com/office/powerpoint/2010/main" val="349351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14A5C-B1A7-96DE-2FD7-4703C97B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Executive summary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C1021-15AE-9EC9-7FF0-53861351B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The goal of this project was to predict store sales using machine learning techniques.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We performed data cleaning, feature engineering and tested multiple regression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The best performing model was Gradient boosting with an R square of  94.72%.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We expect a similar performance on the real dataset, around 90%.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F3824D4-7BE3-4E56-329E-0174874E5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898822"/>
              </p:ext>
            </p:extLst>
          </p:nvPr>
        </p:nvGraphicFramePr>
        <p:xfrm>
          <a:off x="1036320" y="385741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526879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06672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Group 2: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536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R2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92.72%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5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R2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74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R2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92.72%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002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R2 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262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81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7AAE7-2D25-F5A9-0942-BFA60CF1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Data &amp; preprocessing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708F74-85CE-6828-D0FA-2CDB3CC47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The dataset contains daily  store information including customers, promotions, holidays and sales. We performed several processing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Removed irrevelant columns. (unnamed)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Converted date into multiple features (year, month, day, day of week)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Handled categorical variables using one-hot encoding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Ensured all features were numerical.</a:t>
            </a:r>
          </a:p>
        </p:txBody>
      </p:sp>
    </p:spTree>
    <p:extLst>
      <p:ext uri="{BB962C8B-B14F-4D97-AF65-F5344CB8AC3E}">
        <p14:creationId xmlns:p14="http://schemas.microsoft.com/office/powerpoint/2010/main" val="1244527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D057D32-3A0C-3080-F733-88031A80C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773" y="2257313"/>
            <a:ext cx="4684955" cy="380652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4864BF-6C69-C777-6985-CAEF6842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Feature engineering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6D3EA5-C0B5-6489-AAA0-4DC06FA8E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We creature aditional features from the date variable: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Year, month and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Day of the week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Weekend indicator</a:t>
            </a:r>
          </a:p>
          <a:p>
            <a:pPr marL="0" indent="0">
              <a:buNone/>
            </a:pPr>
            <a:endParaRPr lang="pt-PT" dirty="0"/>
          </a:p>
          <a:p>
            <a:pPr marL="0" indent="0">
              <a:buNone/>
            </a:pPr>
            <a:r>
              <a:rPr lang="pt-PT" dirty="0"/>
              <a:t>These features helped capture </a:t>
            </a:r>
          </a:p>
          <a:p>
            <a:pPr marL="0" indent="0">
              <a:buNone/>
            </a:pPr>
            <a:r>
              <a:rPr lang="pt-PT" dirty="0"/>
              <a:t>seasonality and patterns in sales.</a:t>
            </a:r>
          </a:p>
        </p:txBody>
      </p:sp>
    </p:spTree>
    <p:extLst>
      <p:ext uri="{BB962C8B-B14F-4D97-AF65-F5344CB8AC3E}">
        <p14:creationId xmlns:p14="http://schemas.microsoft.com/office/powerpoint/2010/main" val="367259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A7508E8-AF3C-1967-C942-F30C646CF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882" y="2818762"/>
            <a:ext cx="7708838" cy="32220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2A3C8F-525F-1ED2-764E-4EB6DBEC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Models tested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1D1FB-77A8-6F78-F817-9BB1AA44A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We testesd several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Linear regression(baseline)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/>
              <a:t>Decision </a:t>
            </a:r>
            <a:r>
              <a:rPr lang="pt-PT" dirty="0"/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4417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D48BC-7022-93AE-076A-37CF132E8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Results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A1C425-2AEF-FB45-E292-A68840AF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The best model achieved an R square score of 92% on the validation 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Random forest outperformed Linear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Based on this, we selected it as our final model.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1990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AB823-E30B-A66F-AD7B-837E5BEA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Takeaways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52C41-71EC-9CE3-2945-3E478D817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pt-PT" dirty="0"/>
              <a:t>Key takeaways</a:t>
            </a:r>
          </a:p>
          <a:p>
            <a:pPr lvl="1"/>
            <a:r>
              <a:rPr lang="pt-PT" dirty="0"/>
              <a:t>Feature engineering had a strong impact on performance</a:t>
            </a:r>
          </a:p>
          <a:p>
            <a:pPr lvl="1"/>
            <a:r>
              <a:rPr lang="pt-PT" dirty="0"/>
              <a:t>Tree based models perform better than linear models</a:t>
            </a:r>
          </a:p>
          <a:p>
            <a:pPr lvl="1"/>
            <a:r>
              <a:rPr lang="pt-PT" dirty="0"/>
              <a:t>Data preprocessing was critical</a:t>
            </a:r>
          </a:p>
          <a:p>
            <a:pPr lvl="1"/>
            <a:endParaRPr lang="pt-PT" dirty="0"/>
          </a:p>
          <a:p>
            <a:pPr marL="201168" lvl="1" indent="0">
              <a:buNone/>
            </a:pPr>
            <a:r>
              <a:rPr lang="pt-PT" dirty="0"/>
              <a:t>Challenges</a:t>
            </a:r>
          </a:p>
          <a:p>
            <a:pPr lvl="1"/>
            <a:r>
              <a:rPr lang="pt-PT" dirty="0"/>
              <a:t>Handling categorical variables</a:t>
            </a:r>
          </a:p>
          <a:p>
            <a:pPr lvl="1"/>
            <a:r>
              <a:rPr lang="pt-PT" dirty="0"/>
              <a:t>Ensuring consistent preprocessing for real data</a:t>
            </a:r>
          </a:p>
          <a:p>
            <a:pPr>
              <a:buFont typeface="Arial" panose="020B0604020202020204" pitchFamily="34" charset="0"/>
              <a:buChar char="•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9059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991D3-FEA3-2B9D-96CC-78843CA2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91F374-8000-CD53-6489-96483979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666426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</TotalTime>
  <Words>257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Retrospectiva</vt:lpstr>
      <vt:lpstr>Sales prediction</vt:lpstr>
      <vt:lpstr>Executive summary</vt:lpstr>
      <vt:lpstr>Data &amp; preprocessing</vt:lpstr>
      <vt:lpstr>Feature engineering</vt:lpstr>
      <vt:lpstr>Models tested</vt:lpstr>
      <vt:lpstr>Results</vt:lpstr>
      <vt:lpstr>Takeaways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Santos</dc:creator>
  <cp:lastModifiedBy>Pedro Santos</cp:lastModifiedBy>
  <cp:revision>4</cp:revision>
  <dcterms:created xsi:type="dcterms:W3CDTF">2026-04-10T12:23:51Z</dcterms:created>
  <dcterms:modified xsi:type="dcterms:W3CDTF">2026-04-10T14:47:45Z</dcterms:modified>
</cp:coreProperties>
</file>